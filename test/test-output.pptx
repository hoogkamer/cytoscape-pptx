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8284" y="2545722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3" name="Text 1"/>
          <p:cNvSpPr/>
          <p:nvPr/>
        </p:nvSpPr>
        <p:spPr>
          <a:xfrm>
            <a:off x="4571230" y="2555127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4" name="Text 2"/>
          <p:cNvSpPr/>
          <p:nvPr/>
        </p:nvSpPr>
        <p:spPr>
          <a:xfrm>
            <a:off x="4566285" y="2570346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5" name="Text 3"/>
          <p:cNvSpPr/>
          <p:nvPr/>
        </p:nvSpPr>
        <p:spPr>
          <a:xfrm>
            <a:off x="4550283" y="2570346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6" name="Text 4"/>
          <p:cNvSpPr/>
          <p:nvPr/>
        </p:nvSpPr>
        <p:spPr>
          <a:xfrm>
            <a:off x="4545338" y="2555127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7" name="Shape 5"/>
          <p:cNvSpPr/>
          <p:nvPr/>
        </p:nvSpPr>
        <p:spPr>
          <a:xfrm>
            <a:off x="4572000" y="2559438"/>
            <a:ext cx="12946" cy="9406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580001" y="2568843"/>
            <a:ext cx="4945" cy="15219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563999" y="2584062"/>
            <a:ext cx="1600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4559054" y="2568843"/>
            <a:ext cx="4945" cy="15219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4559054" y="2559438"/>
            <a:ext cx="12946" cy="9406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8284" y="2545722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3" name="Text 1"/>
          <p:cNvSpPr/>
          <p:nvPr/>
        </p:nvSpPr>
        <p:spPr>
          <a:xfrm>
            <a:off x="4571230" y="2555127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4" name="Text 2"/>
          <p:cNvSpPr/>
          <p:nvPr/>
        </p:nvSpPr>
        <p:spPr>
          <a:xfrm>
            <a:off x="4566285" y="2570346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5" name="Text 3"/>
          <p:cNvSpPr/>
          <p:nvPr/>
        </p:nvSpPr>
        <p:spPr>
          <a:xfrm>
            <a:off x="4550283" y="2570346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6" name="Text 4"/>
          <p:cNvSpPr/>
          <p:nvPr/>
        </p:nvSpPr>
        <p:spPr>
          <a:xfrm>
            <a:off x="4545338" y="2555127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7" name="Shape 5"/>
          <p:cNvSpPr/>
          <p:nvPr/>
        </p:nvSpPr>
        <p:spPr>
          <a:xfrm>
            <a:off x="4572000" y="2559438"/>
            <a:ext cx="12946" cy="9406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580001" y="2568843"/>
            <a:ext cx="4945" cy="15219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563999" y="2584062"/>
            <a:ext cx="1600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4559054" y="2568843"/>
            <a:ext cx="4945" cy="15219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4559054" y="2559438"/>
            <a:ext cx="12946" cy="9406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8284" y="3402972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3" name="Text 1"/>
          <p:cNvSpPr/>
          <p:nvPr/>
        </p:nvSpPr>
        <p:spPr>
          <a:xfrm>
            <a:off x="4571230" y="3412377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4" name="Text 2"/>
          <p:cNvSpPr/>
          <p:nvPr/>
        </p:nvSpPr>
        <p:spPr>
          <a:xfrm>
            <a:off x="4566285" y="3427596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5" name="Text 3"/>
          <p:cNvSpPr/>
          <p:nvPr/>
        </p:nvSpPr>
        <p:spPr>
          <a:xfrm>
            <a:off x="4550283" y="3427596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6" name="Text 4"/>
          <p:cNvSpPr/>
          <p:nvPr/>
        </p:nvSpPr>
        <p:spPr>
          <a:xfrm>
            <a:off x="4545338" y="3412377"/>
            <a:ext cx="27432" cy="2743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-500" dirty="0"/>
          </a:p>
        </p:txBody>
      </p:sp>
      <p:sp>
        <p:nvSpPr>
          <p:cNvPr id="7" name="Shape 5"/>
          <p:cNvSpPr/>
          <p:nvPr/>
        </p:nvSpPr>
        <p:spPr>
          <a:xfrm>
            <a:off x="4572000" y="3416688"/>
            <a:ext cx="12946" cy="9406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580001" y="3426093"/>
            <a:ext cx="4945" cy="15219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563999" y="3441312"/>
            <a:ext cx="1600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4559054" y="3426093"/>
            <a:ext cx="4945" cy="15219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4559054" y="3416688"/>
            <a:ext cx="12946" cy="9406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headEnd type="triangl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2025-11-28T15:01:48Z</dcterms:created>
  <dcterms:modified xsi:type="dcterms:W3CDTF">2025-11-28T15:01:48Z</dcterms:modified>
</cp:coreProperties>
</file>